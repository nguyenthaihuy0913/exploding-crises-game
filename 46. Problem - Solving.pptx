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hIi5npoq+cUYW43/8mkgUijJd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2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1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6" name="Google Shape;26;p13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8" name="Google Shape;28;p13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6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2" name="Google Shape;52;p1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20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9" name="Google Shape;79;p20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2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2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type="ctrTitle"/>
          </p:nvPr>
        </p:nvSpPr>
        <p:spPr>
          <a:xfrm>
            <a:off x="1009227" y="2359152"/>
            <a:ext cx="8862907" cy="19967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000"/>
              <a:buFont typeface="Calibri"/>
              <a:buNone/>
            </a:pPr>
            <a:r>
              <a:rPr b="1" lang="en-US" sz="7000"/>
              <a:t>Problem - Solving</a:t>
            </a:r>
            <a:endParaRPr/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1009227" y="462650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SESSION III. THINKING SKILLS FOR THE DIGITAL AGE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907" y="77334"/>
            <a:ext cx="2247900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Questions to Consider</a:t>
            </a:r>
            <a:endParaRPr/>
          </a:p>
        </p:txBody>
      </p:sp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KEY QUESTIONS:</a:t>
            </a:r>
            <a:endParaRPr/>
          </a:p>
        </p:txBody>
      </p:sp>
      <p:sp>
        <p:nvSpPr>
          <p:cNvPr id="110" name="Google Shape;110;p2"/>
          <p:cNvSpPr txBox="1"/>
          <p:nvPr>
            <p:ph idx="2" type="body"/>
          </p:nvPr>
        </p:nvSpPr>
        <p:spPr>
          <a:xfrm>
            <a:off x="1097280" y="2582334"/>
            <a:ext cx="817372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How does determining the best approach help generate solutions?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Why do effective thinkers create multiple solutions?</a:t>
            </a:r>
            <a:endParaRPr/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0966" y="3078481"/>
            <a:ext cx="4571999" cy="304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Why the Best Approach Matters</a:t>
            </a:r>
            <a:endParaRPr/>
          </a:p>
        </p:txBody>
      </p:sp>
      <p:sp>
        <p:nvSpPr>
          <p:cNvPr id="117" name="Google Shape;117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Clarifies the real issue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Helps identify priorities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Guides appropriate strategies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Avoids wasted time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=&gt; More accurate and creative outcomes.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Why Multiple Solutions Are Needed</a:t>
            </a:r>
            <a:endParaRPr/>
          </a:p>
        </p:txBody>
      </p:sp>
      <p:sp>
        <p:nvSpPr>
          <p:cNvPr id="123" name="Google Shape;123;p4"/>
          <p:cNvSpPr txBox="1"/>
          <p:nvPr>
            <p:ph idx="1" type="body"/>
          </p:nvPr>
        </p:nvSpPr>
        <p:spPr>
          <a:xfrm>
            <a:off x="1097280" y="1905000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Problems rarely have a single answer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Encourages creativity and adaptability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Allows comparison of solution quality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Considers different perspectives and constraints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Core Steps of Effective Problem-Solving</a:t>
            </a:r>
            <a:endParaRPr/>
          </a:p>
        </p:txBody>
      </p:sp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1. Determine the issue(s)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2. Recognize other perspectives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3. Brainstorm multiple possible results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4. Research and evaluate options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5. Choose the best solution(s)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6. Communicate findings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7. Establish action steps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Real-World Example</a:t>
            </a:r>
            <a:endParaRPr/>
          </a:p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Scenario:</a:t>
            </a:r>
            <a:r>
              <a:rPr lang="en-US"/>
              <a:t> A worker slips in a coffee shop, spills drinks, and delays customers.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A manager must: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Assist the injured employee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Remake drinks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Manage customer frustration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Keep operations flowing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US"/>
              <a:t>Requires prioritizing, shifting staff roles, communication, and quick thinking.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Why Problem-Solving Skills Matter</a:t>
            </a:r>
            <a:endParaRPr/>
          </a:p>
        </p:txBody>
      </p:sp>
      <p:sp>
        <p:nvSpPr>
          <p:cNvPr id="141" name="Google Shape;141;p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Essential in production, service, sales, and teamwork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Highly valued by employers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Strong problem-solvers think clearly, adapt quickly, and act efficiently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Determining the Best Approach</a:t>
            </a:r>
            <a:endParaRPr/>
          </a:p>
        </p:txBody>
      </p:sp>
      <p:sp>
        <p:nvSpPr>
          <p:cNvPr id="147" name="Google Shape;147;p8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Core Concept:</a:t>
            </a:r>
            <a:endParaRPr b="1"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Problem-solving requires selecting the right type of thinking. Different challenges call for different mental skills, and many situations require using several types at once.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Choosing the Right Thinking Skills:</a:t>
            </a:r>
            <a:endParaRPr b="1"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Creative Thinking – generating new, imaginative, unconventional ideas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Analytical Thinking – breaking down information, identifying patterns, evaluating evidence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Critical Thinking – questioning assumptions, assessing logic, weighing pros and cons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Determining the Best Approach (cont.)</a:t>
            </a:r>
            <a:endParaRPr/>
          </a:p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How to Decide: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/>
              <a:t>Scientific challenge → Analytical thinking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/>
              <a:t>Designing a home atmosphere → Creative thinking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/>
              <a:t>Planning a children’s summer camp → Combination of critical, analytical, and creative thinking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Takeaway: </a:t>
            </a:r>
            <a:r>
              <a:rPr lang="en-US"/>
              <a:t>Strong problem-solvers match the thinking style to the situation and often combine multiple thinking skills for the best results.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enerated image" id="158" name="Google Shape;158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Generated image" id="159" name="Google Shape;159;p10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0" cy="6908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2025-12-07T14:42:41Z</dcterms:created>
  <dc:creator>Admin</dc:creator>
</cp:coreProperties>
</file>