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V62vieN39tJfFgqG2u1KK3/8l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0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10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6" name="Google Shape;26;p11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8" name="Google Shape;28;p11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3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2" name="Google Shape;52;p1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7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7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8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8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0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9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9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ctrTitle"/>
          </p:nvPr>
        </p:nvSpPr>
        <p:spPr>
          <a:xfrm>
            <a:off x="1009227" y="2359152"/>
            <a:ext cx="8862907" cy="19967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000"/>
              <a:buFont typeface="Calibri"/>
              <a:buNone/>
            </a:pPr>
            <a:r>
              <a:rPr b="1" lang="en-US" sz="7000"/>
              <a:t>Problem - Solving</a:t>
            </a:r>
            <a:endParaRPr/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1009227" y="462650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SESSION III. THINKING SKILLS FOR THE DIGITAL AGE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907" y="77334"/>
            <a:ext cx="2247900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Questions to Consider</a:t>
            </a:r>
            <a:endParaRPr/>
          </a:p>
        </p:txBody>
      </p: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KEY QUESTIONS:</a:t>
            </a:r>
            <a:endParaRPr/>
          </a:p>
        </p:txBody>
      </p:sp>
      <p:sp>
        <p:nvSpPr>
          <p:cNvPr id="110" name="Google Shape;110;p2"/>
          <p:cNvSpPr txBox="1"/>
          <p:nvPr>
            <p:ph idx="2" type="body"/>
          </p:nvPr>
        </p:nvSpPr>
        <p:spPr>
          <a:xfrm>
            <a:off x="1097280" y="2582334"/>
            <a:ext cx="817372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How does determining the best approach help generate solutions?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Why do effective thinkers create multiple solutions?</a:t>
            </a: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0966" y="3078481"/>
            <a:ext cx="4571999" cy="304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 cap="none"/>
              <a:t>ACTIVITY</a:t>
            </a:r>
            <a:endParaRPr/>
          </a:p>
        </p:txBody>
      </p:sp>
      <p:sp>
        <p:nvSpPr>
          <p:cNvPr id="117" name="Google Shape;117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What sort of thinking do you imagine initially helped in the following scenarios? How would the other types of thinking come into resolving these problems?</a:t>
            </a:r>
            <a:endParaRPr/>
          </a:p>
          <a:p>
            <a:pPr indent="-98425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Mission Control reacting to the Apollo 13 emergency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/>
              <a:t> Analytical thinking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/>
              <a:t>Creative thinking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/>
              <a:t>Critical thinking</a:t>
            </a:r>
            <a:endParaRPr/>
          </a:p>
          <a:p>
            <a:pPr indent="-98425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Automakers coordinating the switch from fuel-based to electric cars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/>
              <a:t>Analytical thinking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/>
              <a:t>Creative thinking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/>
              <a:t>Critical thinking</a:t>
            </a:r>
            <a:endParaRPr/>
          </a:p>
          <a:p>
            <a:pPr indent="-98425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Char char=" "/>
            </a:pPr>
            <a:r>
              <a:rPr lang="en-US"/>
              <a:t>The construction of the New York subway system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/>
              <a:t>Analytical thinking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/>
              <a:t>Creative thinking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Noto Sans Symbols"/>
              <a:buChar char="❑"/>
            </a:pPr>
            <a:r>
              <a:rPr lang="en-US"/>
              <a:t>Critical thinking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None/>
            </a:pPr>
            <a:r>
              <a:rPr lang="en-US"/>
              <a:t>Write a one- to two-sentence rationale for why you chose the answers you did on the above survey.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Generating Multiple Solutions: Why It Matters</a:t>
            </a:r>
            <a:endParaRPr/>
          </a:p>
        </p:txBody>
      </p:sp>
      <p:sp>
        <p:nvSpPr>
          <p:cNvPr id="123" name="Google Shape;123;p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Why is it important to provide multiple solutions when solving problems?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You usually end up using only one solution at a time, but alternatives help when unexpected issues arise.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Example: A well-planned trip to Europe can be disrupted by a public transportation strike lasting weeks.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A back‑up plan allows you to substitute alternatives when original plans fail.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You cannot predict every contingency—sick children, weather delays, economic issues—but planning multiple solutions helps you adapt more easily.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The Value of Having Backup Plans</a:t>
            </a:r>
            <a:endParaRPr/>
          </a:p>
        </p:txBody>
      </p:sp>
      <p:sp>
        <p:nvSpPr>
          <p:cNvPr id="129" name="Google Shape;129;p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Why expend extra energy to create alternatives?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Unexpected problems can interfere with even well‑organized plans.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Multiple solutions make it easier to adjust when something goes wrong.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Having more than one solution increases flexibility and preparedness.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Planning alternatives allows you to respond instead of being stuck.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Practice: Write Two Possible Solutions</a:t>
            </a:r>
            <a:endParaRPr/>
          </a:p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Write at least two possible solutions to each dilemma: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1. Your significant other wants a birthday present—you have no cash.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2. You have three exams scheduled on a day when you also need to work.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3. Your car needs new tires, an oil change, and gas—you have no cash.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4. You have to pass a running test for your physical education class, but you’re out of shape.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Key Takeaway</a:t>
            </a:r>
            <a:endParaRPr/>
          </a:p>
        </p:txBody>
      </p:sp>
      <p:sp>
        <p:nvSpPr>
          <p:cNvPr id="141" name="Google Shape;141;p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Providing more than one solution gives people options.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You may not need several options, but having more than one solution: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Allows you to feel more in control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Helps you participate actively in the problem‑solving process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enerated image" id="146" name="Google Shape;146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Generated image" id="147" name="Google Shape;147;p8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12192000" cy="6908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2025-12-07T14:42:41Z</dcterms:created>
  <dc:creator>Admin</dc:creator>
</cp:coreProperties>
</file>